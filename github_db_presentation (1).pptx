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8"/>
  </p:normalViewPr>
  <p:slideViewPr>
    <p:cSldViewPr snapToGrid="0" snapToObjects="1">
      <p:cViewPr varScale="1">
        <p:scale>
          <a:sx n="118" d="100"/>
          <a:sy n="118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76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saacoresanya/github-repository-metadat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donbarbos/github-user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FINAL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Activity Database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 model and SQL analytics suite for open-source developer behavior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3657600" cy="0"/>
          </a:xfrm>
          <a:prstGeom prst="line">
            <a:avLst/>
          </a:prstGeom>
          <a:noFill/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Chenxi Liu</a:t>
            </a: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cl4776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Haoyi Tan</a:t>
            </a: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ht2717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0895" y="64008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Biostatistics — Relational Databases &amp; SQL Programming  ·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 open-source activity?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generates rich, structured signals about </a:t>
            </a: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behavior</a:t>
            </a: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popularity</a:t>
            </a: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adoption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raw exports are denormalized, noisy, and hard to query: a single CSV mixes user identity, repository metadata, time-series metrics, and free-text fields in one flat row.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design a normalized MySQL schema that captures these entities cleanly, then write SQL queries that surface useful patterns.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828800"/>
            <a:ext cx="4754880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109728" cy="105156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78040" y="1874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418320" y="1874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user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3108960"/>
            <a:ext cx="4754880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49440" y="3108960"/>
            <a:ext cx="109728" cy="10515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3154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14.6K+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0" y="3154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records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4389120"/>
            <a:ext cx="4754880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49440" y="4389120"/>
            <a:ext cx="109728" cy="105156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41832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 (3NF)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analytical questions our database is designed to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Popularity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606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repositories by stars and forks across owners and languages.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10312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54380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Longevity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43800" y="2606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days from creation to last push to surface long-lived projects.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8308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800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developers whose repository output exceeds the sample mean.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4297680"/>
            <a:ext cx="777240" cy="77724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4380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Cross-Entity Reporting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4800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5 tables into a single denormalized view for downstream analysis.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public Kaggle datasets, joined on developer login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09728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Metadata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~14.6K records</a:t>
            </a:r>
            <a:r>
              <a:rPr lang="en-US" sz="1200" dirty="0">
                <a:solidFill>
                  <a:srgbClr val="656D76"/>
                </a:solidFill>
              </a:rPr>
              <a:t>  ·  </a:t>
            </a: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name, owner, URL, stars, forks, watchers, commit count, contributors, primary language, languages breakdown, file count, README size, community health %, creation/update/push dates.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+ 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394960" cy="109728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~150K records</a:t>
            </a:r>
            <a:r>
              <a:rPr lang="en-US" sz="1200" dirty="0">
                <a:solidFill>
                  <a:srgbClr val="656D76"/>
                </a:solidFill>
              </a:rPr>
              <a:t>  ·  </a:t>
            </a: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columns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full name, company, location, follower count, following count, public repo count, account creation date, biographical fields.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companies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56D76"/>
                </a:solidFill>
                <a:latin typeface="+mj-lt"/>
                <a:ea typeface="Calibri" pitchFamily="34" charset="-122"/>
                <a:cs typeface="Calibri" pitchFamily="34" charset="-120"/>
              </a:rPr>
              <a:t>Source: </a:t>
            </a:r>
            <a:r>
              <a:rPr lang="zh-CN" altLang="en-US" sz="1100" i="1" u="sng">
                <a:solidFill>
                  <a:srgbClr val="0070C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i="1" u="sng" dirty="0">
                <a:solidFill>
                  <a:srgbClr val="0070C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u="sng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</a:t>
            </a:r>
            <a:r>
              <a:rPr lang="en-US" sz="11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.kaggle.com/datasets/isaacoresanya/github-repository-metadata</a:t>
            </a:r>
            <a:endParaRPr lang="en-US" sz="1100" u="sng" dirty="0">
              <a:solidFill>
                <a:srgbClr val="0070C0"/>
              </a:solidFill>
            </a:endParaRPr>
          </a:p>
          <a:p>
            <a:r>
              <a:rPr lang="en-US" sz="1100" dirty="0">
                <a:solidFill>
                  <a:srgbClr val="00B0F0"/>
                </a:solidFill>
              </a:rPr>
              <a:t>                </a:t>
            </a:r>
            <a:r>
              <a:rPr lang="en-US" sz="11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https://www.kaggle.com/datasets/donbarbos/github-users</a:t>
            </a:r>
            <a:r>
              <a:rPr lang="en-US" sz="1100" dirty="0">
                <a:solidFill>
                  <a:srgbClr val="0070C0"/>
                </a:solidFill>
              </a:rPr>
              <a:t> </a:t>
            </a:r>
          </a:p>
          <a:p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organized into a parent–child–lookup structure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developers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user profiles — login, name, company, location, follower &amp; repo counts, account date.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repositories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metadata — name, owner, URL, language, description, creation / update / push dates.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969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CHILD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repository_metrics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metrics per repo — stars, forks, watchers, issues, commits, files, community health.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969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CHILD (1:1)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languages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programming languages referenced by repositories.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B8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LOOKUP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companies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employer / affiliation strings referenced by developers.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B8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LOOKUP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 Crow's-foot notation: 1 parent → 2 children, 2 lookups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4652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46520" y="1874520"/>
            <a:ext cx="5394960" cy="886968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46520" y="1874520"/>
            <a:ext cx="91440" cy="88696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companies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98480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29400" y="22128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 employs many developers. FK developers.company_id may be NULL when affiliation is unknown.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2852928"/>
            <a:ext cx="5394960" cy="886968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46520" y="2852928"/>
            <a:ext cx="91440" cy="886968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29400" y="2898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98480" y="2916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29400" y="31912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 owns many repositories. FK repositories.developer_id is NOT NULL — every repo has an owner.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3831336"/>
            <a:ext cx="5394960" cy="886968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46520" y="3831336"/>
            <a:ext cx="91440" cy="88696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29400" y="3877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69848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29400" y="41696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is used in many repositories. FK repositories.language_id resolved via the lookup table.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46520" y="4809744"/>
            <a:ext cx="5394960" cy="886968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446520" y="4809744"/>
            <a:ext cx="91440" cy="886968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29400" y="4855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repository_metrics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9848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29400" y="51480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repository has exactly one metrics row. FK repository_metrics.repo_id is UNIQUE — enforces the 1:1.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6172200"/>
            <a:ext cx="11475720" cy="4572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6172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primary key   </a:t>
            </a:r>
            <a:r>
              <a:rPr lang="en-US" sz="11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foreign key   </a:t>
            </a:r>
            <a:r>
              <a:rPr lang="en-US" sz="11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unique index   </a:t>
            </a:r>
            <a:r>
              <a:rPr lang="en-US" sz="11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non-unique index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F3F883-A92E-2E56-36FB-F2A4F8F17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08176"/>
            <a:ext cx="553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20240" y="365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Popularity Ranking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 over stars and forks — identify the most popular repos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d.login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owner_login,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l.language_name,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m.stars, m.forks,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m.forks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popularity_rank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repositories 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developers   d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r.developer_id = d.developer_id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languages    l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r.language_id  = l.language_id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repository_metrics 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r.repo_id = m.repo_id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popularity_rank,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r.repo_name;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37760" cy="357225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refarch-eda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aws-remote-desktop-for-eda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kinesis-data-analytics-...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asgmt-2-programming-...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datainpoint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devday-mwaa-elt-workflows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APSJ21G7_ZOMATO_DATA_AN...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prabhatdash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asgmt-1-programming-...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datainpoint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python-covid-data-analysis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johnehunt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result: IBM's refarch-eda dominates with 111 stars and 66 forks.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20240" y="365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Active Span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 — days between creation and last push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d.login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owner_login,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r.created_date,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r.pushed_date,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(r.pushed_date,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r.created_date)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active_days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repositories 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developers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r.developer_id = d.developer_id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r.created_date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r.pushed_date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active_days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37760" cy="327964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→ pushed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Spreadsheet_Tutorial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krother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2015-06 → 2021-12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2384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refarch-eda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2018-10 → 2024-03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1977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refarch-eda-store-simul...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2020-10 → 2024-09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aws-remote-desktop-for-eda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2019-08 → 2021-05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kinesis-data-analytics-...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2021-04 → 2021-09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APSJ20G2_SALES_DATA_AN...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prabhatdash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2020-11 → 2021-02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simpler_eda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UBC-MDS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2021-02 → 2021-03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OSS work concentrates among institutional owners.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20240" y="365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bucket each repository into impact tiers based on star 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d.login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owner_login,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m.stars, m.forks,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&gt;=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'High'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&gt;=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'Medium'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&gt;=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'Low'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 Stars'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popularity_category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repositories 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developers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r.developer_id = d.developer_id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repository_metrics 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r.repo_id = m.repo_id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m.forks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37760" cy="37063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refarch-eda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aws-remote-desktop-for-eda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kinesis-data-analytics-...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devday-mwaa-elt-workflows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asgmt-2-programming-...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datainpoint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python-covid-data-analysis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johnehunt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Python-FPL-Data-Analysis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MahmoudHesham099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refarch-eda-store-simul...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Stars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2 High · 0 Medium · 9 Low · 44 No Stars (out of 55 repos).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20240" y="365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 Aggregation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 with GROUP BY — total repos, stars, forks, and average commits per developer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d.login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owner_login,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(r.repo_id)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total_repos,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(m.stars)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total_stars,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(m.forks)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total_forks,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(m.commit_count),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avg_commits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developers 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repositories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d.developer_id = r.developer_id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repository_metrics 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r.repo_id = m.repo_id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d.developer_id, d.login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total_stars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total_repos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3776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avg_commits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377.50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datainpoint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prabhatdash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12.33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zaid-kamil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johnehunt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MahmoudHesham099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UBC-MDS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Architecture leads in stars; AWS Samples leads in forks and breadth.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20240" y="365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Developers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CTEs + CROSS JOIN — find developers whose repo count exceeds the sample mean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developer_repo_counts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d.developer_id,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d.login,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(r.repo_id)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repo_count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developers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repositories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d.developer_id = r.developer_id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d.developer_id, d.login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average_repo_count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(repo_count)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avg_repo_count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developer_repo_counts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drc.login,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drc.repo_count,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(arc.avg_repo_count,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sample_avg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developer_repo_counts drc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average_repo_count arc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drc.repo_count &gt; arc.avg_repo_count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drc.repo_count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3776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a731062834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arda-ornek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ArturasVan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atasayginodabasi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datainpoint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heathermrauch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+ 7 more developers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20 developers (75%) exceed the sample mean of 2.75 repositories.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20240" y="365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JOIN  →  Reusable 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joins all 5 tables; Q7 wraps it in CREATE VIEW with active_days and impact_level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repository_analysis_view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d.login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owner_login,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c.company_name,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d.location,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r.repo_name, l.language_name,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r.created_date, r.pushed_date,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(r.pushed_date,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r.created_date)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active_days,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m.stars, m.forks, m.commit_count,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&gt;=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'High Impact'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&gt;=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'Medium Impact'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m.stars &gt;=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'Low Impact'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'Early Stage'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impact_level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developers 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companies    c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d.company_id = c.company_id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repositories      r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d.developer_id = r.developer_id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languages         l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r.language_id  = l.language_id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repository_metrics m </a:t>
            </a: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r.repo_id     = m.repo_id;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37760" cy="29016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impact_level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ibm-cloud-arch.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1977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JavaScript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datainpoint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aws-samples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MahmoudHesham099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prabhatdash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johnehunt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Impact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6751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pre-computes active_days and impact_level — no joins needed downstream.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data-quality issues we encountered and how we handled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12801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25880" y="1783080"/>
            <a:ext cx="10332720" cy="12801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~14.6K repository owners, only ~200 had matching profiles in the user dataset — the natural FK key (login) was sparse.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production sample to repositories with resolvable owners; pipeline preserves the full-data path with LEFT JOIN semantics.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777240" cy="128016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25880" y="3200400"/>
            <a:ext cx="10332720" cy="12801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08760" y="3291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Numeric Fields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3703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commit_count_display mixes a number with literal text ("683 commits"), so direct INT cast fails.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extraction in the ETL pipeline (\d+) before loading into MySQL repository_metrics.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777240" cy="12801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325880" y="4617720"/>
            <a:ext cx="10332720" cy="12801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Single-Language Source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5120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repository dataset is ~99% Python, leaving the languages lookup table impractically thin.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5 distinct languages for the demo schema; future work uses the JSON languages_breakdown for a many-to-many model.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learned, and where the schema can grow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works.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normalized tables (3NF) with PK/FK/index discipline support all 7 analytical queries cleanly — 0 errors and 0 warnings on full execution.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concentrated.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institutional owners (IBM, AWS) account for the bulk of stars, forks, and commit volume; long tail of individual developers shows minimal engagement metrics.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skew.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developers exceed the sample mean repo count — the distribution is tight at the top, with a small group of 2-repo owners pulling the mean down.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2194560"/>
            <a:ext cx="292608" cy="292608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language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468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languages_breakdown JSON into a junction table repository_languages(repo_id, language_id, bytes).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154680"/>
            <a:ext cx="292608" cy="292608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429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repository_metrics to (repo_id, snapshot_date) composite PK to track growth trajectories.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114800"/>
            <a:ext cx="292608" cy="292608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GitHub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389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missing developer profiles to close the cross-source overlap gap (currently ~200/14.6K).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5074920"/>
            <a:ext cx="292608" cy="292608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Time-zone and seasonality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5349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commit_count with timestamps for activity-pattern analysis.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--tags origin final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3657600" cy="0"/>
          </a:xfrm>
          <a:prstGeom prst="line">
            <a:avLst/>
          </a:prstGeom>
          <a:noFill/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Chenxi Liu</a:t>
            </a: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cl4776
</a:t>
            </a: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Haoyi Tan</a:t>
            </a: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ht2717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4754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i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2362</Words>
  <Application>Microsoft Macintosh PowerPoint</Application>
  <PresentationFormat>Widescreen</PresentationFormat>
  <Paragraphs>523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Repository &amp; Developer Activity Database</dc:title>
  <dc:subject>PptxGenJS Presentation</dc:subject>
  <dc:creator>Chenxi Liu, Haoyi Tan</dc:creator>
  <cp:lastModifiedBy>Chenxi Liu</cp:lastModifiedBy>
  <cp:revision>3</cp:revision>
  <dcterms:created xsi:type="dcterms:W3CDTF">2026-04-27T19:56:30Z</dcterms:created>
  <dcterms:modified xsi:type="dcterms:W3CDTF">2026-04-27T20:46:14Z</dcterms:modified>
</cp:coreProperties>
</file>